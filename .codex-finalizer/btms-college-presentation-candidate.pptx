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2e546c88974ab9" /><Relationship Type="http://schemas.openxmlformats.org/officeDocument/2006/relationships/extended-properties" Target="/docProps/app.xml" Id="R5ac0033df24d473a" /><Relationship Type="http://schemas.openxmlformats.org/officeDocument/2006/relationships/officeDocument" Target="/ppt/presentation.xml" Id="Ra225bcb017b24eb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89e21dc998341cb"/>
  </p:sldMasterIdLst>
  <p:notesMasterIdLst>
    <p:notesMasterId xmlns:r="http://schemas.openxmlformats.org/officeDocument/2006/relationships" r:id="R4ffcba42a374497a"/>
  </p:notesMasterIdLst>
  <p:sldIdLst>
    <p:sldId xmlns:r="http://schemas.openxmlformats.org/officeDocument/2006/relationships" id="256" r:id="Ra13628ea25d74792"/>
    <p:sldId xmlns:r="http://schemas.openxmlformats.org/officeDocument/2006/relationships" id="257" r:id="R42851b3d11754123"/>
    <p:sldId xmlns:r="http://schemas.openxmlformats.org/officeDocument/2006/relationships" id="258" r:id="R4e5304e3d7ef47c5"/>
    <p:sldId xmlns:r="http://schemas.openxmlformats.org/officeDocument/2006/relationships" id="259" r:id="Rda8c59ba68824ae0"/>
    <p:sldId xmlns:r="http://schemas.openxmlformats.org/officeDocument/2006/relationships" id="260" r:id="Rf11751b65877485d"/>
    <p:sldId xmlns:r="http://schemas.openxmlformats.org/officeDocument/2006/relationships" id="261" r:id="Rd6b164e87fd140ce"/>
    <p:sldId xmlns:r="http://schemas.openxmlformats.org/officeDocument/2006/relationships" id="262" r:id="Rcbfc6baefc4d4612"/>
    <p:sldId xmlns:r="http://schemas.openxmlformats.org/officeDocument/2006/relationships" id="263" r:id="R002a499b6bf84217"/>
  </p:sldIdLst>
  <p:sldSz cx="12192000" cy="6858000"/>
  <p:notesSz cx="6858000" cy="9144000"/>
  <p:embeddedFontLst>
    <p:embeddedFont>
      <p:font typeface="Tahoma"/>
      <p:regular xmlns:r="http://schemas.openxmlformats.org/officeDocument/2006/relationships" r:id="R898cbe88a26945cd"/>
      <p:bold xmlns:r="http://schemas.openxmlformats.org/officeDocument/2006/relationships" r:id="R7af364ef9ae642f3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1218aad7224b7c" /><Relationship Type="http://schemas.openxmlformats.org/officeDocument/2006/relationships/slideMaster" Target="/ppt/slideMasters/slideMaster1.xml" Id="R389e21dc998341cb" /><Relationship Type="http://schemas.openxmlformats.org/officeDocument/2006/relationships/notesMaster" Target="/ppt/notesMasters/notesMaster1.xml" Id="R4ffcba42a374497a" /><Relationship Type="http://schemas.openxmlformats.org/officeDocument/2006/relationships/presProps" Target="/ppt/presProps.xml" Id="R36c9201e0c644014" /><Relationship Type="http://schemas.openxmlformats.org/officeDocument/2006/relationships/viewProps" Target="/ppt/viewProps.xml" Id="Rfffdb73ec5be4e2f" /><Relationship Type="http://schemas.openxmlformats.org/officeDocument/2006/relationships/tableStyles" Target="/ppt/tableStyles.xml" Id="Rde8827f5a59d49f8" /><Relationship Type="http://schemas.openxmlformats.org/officeDocument/2006/relationships/font" Target="/ppt/fonts/font.dat" Id="R898cbe88a26945cd" /><Relationship Type="http://schemas.openxmlformats.org/officeDocument/2006/relationships/font" Target="/ppt/fonts/font2.dat" Id="R7af364ef9ae642f3" /><Relationship Type="http://schemas.openxmlformats.org/officeDocument/2006/relationships/slide" Target="/ppt/slides/slide1.xml" Id="Ra13628ea25d74792" /><Relationship Type="http://schemas.openxmlformats.org/officeDocument/2006/relationships/slide" Target="/ppt/slides/slide2.xml" Id="R42851b3d11754123" /><Relationship Type="http://schemas.openxmlformats.org/officeDocument/2006/relationships/slide" Target="/ppt/slides/slide3.xml" Id="R4e5304e3d7ef47c5" /><Relationship Type="http://schemas.openxmlformats.org/officeDocument/2006/relationships/slide" Target="/ppt/slides/slide4.xml" Id="Rda8c59ba68824ae0" /><Relationship Type="http://schemas.openxmlformats.org/officeDocument/2006/relationships/slide" Target="/ppt/slides/slide5.xml" Id="Rf11751b65877485d" /><Relationship Type="http://schemas.openxmlformats.org/officeDocument/2006/relationships/slide" Target="/ppt/slides/slide6.xml" Id="Rd6b164e87fd140ce" /><Relationship Type="http://schemas.openxmlformats.org/officeDocument/2006/relationships/slide" Target="/ppt/slides/slide7.xml" Id="Rcbfc6baefc4d4612" /><Relationship Type="http://schemas.openxmlformats.org/officeDocument/2006/relationships/slide" Target="/ppt/slides/slide8.xml" Id="R002a499b6bf842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378a3c2ae44e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ddbb1cc8d3494d" /><Relationship Type="http://schemas.openxmlformats.org/officeDocument/2006/relationships/notesMaster" Target="/ppt/notesMasters/notesMaster1.xml" Id="R56cfbed9813d46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0962fb14b74a34" /><Relationship Type="http://schemas.openxmlformats.org/officeDocument/2006/relationships/notesMaster" Target="/ppt/notesMasters/notesMaster1.xml" Id="R9eff6b1b6dd14b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86274a21be4485" /><Relationship Type="http://schemas.openxmlformats.org/officeDocument/2006/relationships/notesMaster" Target="/ppt/notesMasters/notesMaster1.xml" Id="R37e6a435b8f44d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c739d5300b4f69" /><Relationship Type="http://schemas.openxmlformats.org/officeDocument/2006/relationships/notesMaster" Target="/ppt/notesMasters/notesMaster1.xml" Id="R93a2df0d348144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11febf53384fff" /><Relationship Type="http://schemas.openxmlformats.org/officeDocument/2006/relationships/notesMaster" Target="/ppt/notesMasters/notesMaster1.xml" Id="Rb9e6cf31bfc143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9679bebf9841e6" /><Relationship Type="http://schemas.openxmlformats.org/officeDocument/2006/relationships/notesMaster" Target="/ppt/notesMasters/notesMaster1.xml" Id="R9783b6f8b7c845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7184a197c44745" /><Relationship Type="http://schemas.openxmlformats.org/officeDocument/2006/relationships/notesMaster" Target="/ppt/notesMasters/notesMaster1.xml" Id="R53e0c464811143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ee3306717444ab" /><Relationship Type="http://schemas.openxmlformats.org/officeDocument/2006/relationships/notesMaster" Target="/ppt/notesMasters/notesMaster1.xml" Id="R3dbf60dd951347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b9c00fde846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3f2e3724d4c4d" /><Relationship Type="http://schemas.openxmlformats.org/officeDocument/2006/relationships/image" Target="/ppt/media/image.png" Id="R2e70510ec724485e" /><Relationship Type="http://schemas.openxmlformats.org/officeDocument/2006/relationships/image" Target="/ppt/media/image.jpeg" Id="R45a757a219da4195" /><Relationship Type="http://schemas.openxmlformats.org/officeDocument/2006/relationships/image" Target="/ppt/media/image2.png" Id="R2e37f4893849448f" /><Relationship Type="http://schemas.openxmlformats.org/officeDocument/2006/relationships/image" Target="/ppt/media/image3.png" Id="R5c6ae8e13b7148b3" /></Relationships>
</file>

<file path=ppt/slideLayouts/slideLayout1.xml><?xml version="1.0" encoding="utf-8"?>
<p:sldLayout xmlns:p="http://schemas.openxmlformats.org/presentationml/2006/main" matchingName="Title and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 Shape;13;p9">
            <a:extLst xmlns:a="http://schemas.openxmlformats.org/drawingml/2006/main">
              <a:ext uri="{FF2B5EF4-FFF2-40B4-BE49-F238E27FC236}">
                <a16:creationId xmlns:a16="http://schemas.microsoft.com/office/drawing/2014/main" id="{E6FA1D34-40B9-4433-B025-3094FE7B02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0" y="215900"/>
            <a:ext cx="5962650" cy="1033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9">
            <a:extLst xmlns:a="http://schemas.openxmlformats.org/drawingml/2006/main">
              <a:ext uri="{FF2B5EF4-FFF2-40B4-BE49-F238E27FC236}">
                <a16:creationId xmlns:a16="http://schemas.microsoft.com/office/drawing/2014/main" id="{FAEF41D2-15C9-4376-B71E-083C273720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4343400"/>
            <a:ext cx="8839200" cy="1760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5" name="Google Shape;15;p9">
            <a:extLst xmlns:a="http://schemas.openxmlformats.org/drawingml/2006/main">
              <a:ext uri="{FF2B5EF4-FFF2-40B4-BE49-F238E27FC236}">
                <a16:creationId xmlns:a16="http://schemas.microsoft.com/office/drawing/2014/main" id="{E073ED61-BE35-4AC4-9D4E-6D2AC3E2A2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854955" y="6452527"/>
            <a:ext cx="2466975" cy="200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6" name="Google Shape;16;p9">
            <a:extLst xmlns:a="http://schemas.openxmlformats.org/drawingml/2006/main">
              <a:ext uri="{FF2B5EF4-FFF2-40B4-BE49-F238E27FC236}">
                <a16:creationId xmlns:a16="http://schemas.microsoft.com/office/drawing/2014/main" id="{EA26C6F3-BA1D-4B78-8B43-D5B58CF28D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77940"/>
            <a:ext cx="2804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7" name="Google Shape;17;p9">
            <a:extLst xmlns:a="http://schemas.openxmlformats.org/drawingml/2006/main">
              <a:ext uri="{FF2B5EF4-FFF2-40B4-BE49-F238E27FC236}">
                <a16:creationId xmlns:a16="http://schemas.microsoft.com/office/drawing/2014/main" id="{5E71C405-D77A-441E-BAF2-D011580C6C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00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1pPr>
            <a:lvl2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2pPr>
            <a:lvl3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3pPr>
            <a:lvl4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4pPr>
            <a:lvl5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5pPr>
            <a:lvl6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6pPr>
            <a:lvl7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7pPr>
            <a:lvl8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8pPr>
            <a:lvl9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3810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 matchingName="Title Only" type="obj">
  <p:cSld name="OBJEC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Google Shape;19;p10">
            <a:extLst xmlns:a="http://schemas.openxmlformats.org/drawingml/2006/main">
              <a:ext uri="{FF2B5EF4-FFF2-40B4-BE49-F238E27FC236}">
                <a16:creationId xmlns:a16="http://schemas.microsoft.com/office/drawing/2014/main" id="{1B8E3EE5-C0D2-4878-8929-DAFFFD7974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70510ec72448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1742" y="-283845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" name="Google Shape;20;p10">
            <a:extLst xmlns:a="http://schemas.openxmlformats.org/drawingml/2006/main">
              <a:ext uri="{FF2B5EF4-FFF2-40B4-BE49-F238E27FC236}">
                <a16:creationId xmlns:a16="http://schemas.microsoft.com/office/drawing/2014/main" id="{B9BFFEBD-376C-424C-8F8E-C4BB04FCA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0" y="215900"/>
            <a:ext cx="5962650" cy="1033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Google Shape;21;p10">
            <a:extLst xmlns:a="http://schemas.openxmlformats.org/drawingml/2006/main">
              <a:ext uri="{FF2B5EF4-FFF2-40B4-BE49-F238E27FC236}">
                <a16:creationId xmlns:a16="http://schemas.microsoft.com/office/drawing/2014/main" id="{59190ADB-0D24-4D4D-A878-9D706ADE7E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00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1pPr>
            <a:lvl2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2pPr>
            <a:lvl3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3pPr>
            <a:lvl4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4pPr>
            <a:lvl5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5pPr>
            <a:lvl6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6pPr>
            <a:lvl7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7pPr>
            <a:lvl8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8pPr>
            <a:lvl9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3810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2" name="Google Shape;22;p10">
            <a:extLst xmlns:a="http://schemas.openxmlformats.org/drawingml/2006/main">
              <a:ext uri="{FF2B5EF4-FFF2-40B4-BE49-F238E27FC236}">
                <a16:creationId xmlns:a16="http://schemas.microsoft.com/office/drawing/2014/main" id="{BE09FBCA-3E0D-499C-9974-21A274964A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a757a219da419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1000" y="215900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" name="Google Shape;23;p10">
            <a:extLst xmlns:a="http://schemas.openxmlformats.org/drawingml/2006/main">
              <a:ext uri="{FF2B5EF4-FFF2-40B4-BE49-F238E27FC236}">
                <a16:creationId xmlns:a16="http://schemas.microsoft.com/office/drawing/2014/main" id="{A5B5ECBD-8AF7-4396-9B61-057DAA23A8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37f489384944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20200" y="762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" name="Google Shape;24;p10">
            <a:extLst xmlns:a="http://schemas.openxmlformats.org/drawingml/2006/main">
              <a:ext uri="{FF2B5EF4-FFF2-40B4-BE49-F238E27FC236}">
                <a16:creationId xmlns:a16="http://schemas.microsoft.com/office/drawing/2014/main" id="{DFA8CA3D-A33E-47B9-8C01-B5C657FBC2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6ae8e13b7148b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34600" y="0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9e68780c25475b" /><Relationship Type="http://schemas.openxmlformats.org/officeDocument/2006/relationships/slideLayout" Target="/ppt/slideLayouts/slideLayout1.xml" Id="R59dd5abcfbd64ac6" /><Relationship Type="http://schemas.openxmlformats.org/officeDocument/2006/relationships/slideLayout" Target="/ppt/slideLayouts/slideLayout2.xml" Id="Raa987601501943e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8">
            <a:extLst xmlns:a="http://schemas.openxmlformats.org/drawingml/2006/main">
              <a:ext uri="{FF2B5EF4-FFF2-40B4-BE49-F238E27FC236}">
                <a16:creationId xmlns:a16="http://schemas.microsoft.com/office/drawing/2014/main" id="{7DBDBB1C-3C8A-438B-9D85-CD8F69A58F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0" y="215900"/>
            <a:ext cx="5962650" cy="1033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1" name="Google Shape;11;p8">
            <a:extLst xmlns:a="http://schemas.openxmlformats.org/drawingml/2006/main">
              <a:ext uri="{FF2B5EF4-FFF2-40B4-BE49-F238E27FC236}">
                <a16:creationId xmlns:a16="http://schemas.microsoft.com/office/drawing/2014/main" id="{EB04BDA4-88B2-4EC2-9713-45442B4E07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00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1pPr>
            <a:lvl2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2pPr>
            <a:lvl3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3pPr>
            <a:lvl4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4pPr>
            <a:lvl5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5pPr>
            <a:lvl6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6pPr>
            <a:lvl7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7pPr>
            <a:lvl8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8pPr>
            <a:lvl9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3810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dd5abcfbd64ac6"/>
    <p:sldLayoutId xmlns:r="http://schemas.openxmlformats.org/officeDocument/2006/relationships" id="2147483650" r:id="Raa987601501943e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782176b264a8c" /><Relationship Type="http://schemas.openxmlformats.org/officeDocument/2006/relationships/image" Target="/ppt/media/image.png" Id="Rf80b9bf2ba324aa3" /><Relationship Type="http://schemas.openxmlformats.org/officeDocument/2006/relationships/image" Target="/ppt/media/image.jpeg" Id="Rf6f9c53607d642ae" /><Relationship Type="http://schemas.openxmlformats.org/officeDocument/2006/relationships/image" Target="/ppt/media/image2.png" Id="R4df48495b41649e3" /><Relationship Type="http://schemas.openxmlformats.org/officeDocument/2006/relationships/image" Target="/ppt/media/image3.png" Id="R50ac6ff692df49a4" /><Relationship Type="http://schemas.openxmlformats.org/officeDocument/2006/relationships/notesSlide" Target="/ppt/notesSlides/notesSlide1.xml" Id="Re5f9141b012f4d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ddc8f6fd45441d" /><Relationship Type="http://schemas.openxmlformats.org/officeDocument/2006/relationships/image" Target="/ppt/media/image.png" Id="Ra2d3da57e81f4f4f" /><Relationship Type="http://schemas.openxmlformats.org/officeDocument/2006/relationships/image" Target="/ppt/media/image.jpeg" Id="R5cb9a7e1109f4059" /><Relationship Type="http://schemas.openxmlformats.org/officeDocument/2006/relationships/image" Target="/ppt/media/image2.png" Id="R3bbdbc1c292949ca" /><Relationship Type="http://schemas.openxmlformats.org/officeDocument/2006/relationships/image" Target="/ppt/media/image3.png" Id="Rd2a12a7f653e4693" /><Relationship Type="http://schemas.openxmlformats.org/officeDocument/2006/relationships/notesSlide" Target="/ppt/notesSlides/notesSlide2.xml" Id="R575cbbc704fe44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31c774016f4a7f" /><Relationship Type="http://schemas.openxmlformats.org/officeDocument/2006/relationships/notesSlide" Target="/ppt/notesSlides/notesSlide3.xml" Id="Rabc071a27f8247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72932f59764dd3" /><Relationship Type="http://schemas.openxmlformats.org/officeDocument/2006/relationships/notesSlide" Target="/ppt/notesSlides/notesSlide4.xml" Id="Rdc6c103c525b45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980422100647dd" /><Relationship Type="http://schemas.openxmlformats.org/officeDocument/2006/relationships/notesSlide" Target="/ppt/notesSlides/notesSlide5.xml" Id="R8bd288dd004f47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dee97ca85a4843" /><Relationship Type="http://schemas.openxmlformats.org/officeDocument/2006/relationships/notesSlide" Target="/ppt/notesSlides/notesSlide6.xml" Id="R5ce9c789ad5f48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0510f0aac2445d" /><Relationship Type="http://schemas.openxmlformats.org/officeDocument/2006/relationships/notesSlide" Target="/ppt/notesSlides/notesSlide7.xml" Id="Rf7f1e2aa1b9d4d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158cf3213c4915" /><Relationship Type="http://schemas.openxmlformats.org/officeDocument/2006/relationships/notesSlide" Target="/ppt/notesSlides/notesSlide8.xml" Id="R186e087012fb4ad8" /></Relationships>
</file>

<file path=ppt/slides/slide1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Google Shape;29;p1">
            <a:extLst xmlns:a="http://schemas.openxmlformats.org/drawingml/2006/main">
              <a:ext uri="{FF2B5EF4-FFF2-40B4-BE49-F238E27FC236}">
                <a16:creationId xmlns:a16="http://schemas.microsoft.com/office/drawing/2014/main" id="{DE0941C4-65A1-4C1C-9D0E-A76381C252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0b9bf2ba324aa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91769" y="-216534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" name="Google Shape;30;p1">
            <a:extLst xmlns:a="http://schemas.openxmlformats.org/drawingml/2006/main">
              <a:ext uri="{FF2B5EF4-FFF2-40B4-BE49-F238E27FC236}">
                <a16:creationId xmlns:a16="http://schemas.microsoft.com/office/drawing/2014/main" id="{678F0038-D876-4ACB-9739-19E77540A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0" y="215900"/>
            <a:ext cx="5962650" cy="937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3950" rIns="0" bIns="0" anchor="t">
            <a:sp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0">
                <a:solidFill>
                  <a:srgbClr val="006FC0"/>
                </a:solidFill>
                <a:latin typeface="Times New Roman"/>
                <a:ea typeface="Times New Roman"/>
                <a:cs typeface="Times New Roman"/>
              </a:rPr>
              <a:t>WEBGENZ 2K26</a:t>
            </a:r>
            <a:endParaRPr sz="60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Google Shape;31;p1">
            <a:extLst xmlns:a="http://schemas.openxmlformats.org/drawingml/2006/main">
              <a:ext uri="{FF2B5EF4-FFF2-40B4-BE49-F238E27FC236}">
                <a16:creationId xmlns:a16="http://schemas.microsoft.com/office/drawing/2014/main" id="{96D06D54-8ED0-45A5-ACC1-7249A76E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32" y="2383155"/>
            <a:ext cx="4197900" cy="340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6500" rIns="0" bIns="0" anchor="t">
            <a:spAutoFit/>
          </a:bodyPr>
          <a:lstStyle xmlns:a="http://schemas.openxmlformats.org/drawingml/2006/main"/>
          <a:p xmlns:a="http://schemas.openxmlformats.org/drawingml/2006/main">
            <a:pPr marL="34925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sz="2400" b="1">
                <a:latin typeface="Times New Roman"/>
                <a:ea typeface="Times New Roman"/>
                <a:cs typeface="Times New Roman"/>
              </a:rPr>
              <a:t>IdeaTitle-CampusConnect – Smart Campus Companion </a:t>
            </a:r>
            <a:endParaRPr sz="24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349250" lvl="0" indent="-33655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sz="2400" b="1">
                <a:latin typeface="Times New Roman"/>
                <a:ea typeface="Times New Roman"/>
                <a:cs typeface="Times New Roman"/>
              </a:rPr>
              <a:t>Theme-Campus 2.0 </a:t>
            </a:r>
            <a:endParaRPr sz="24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349250" lvl="0" indent="-33655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sz="2400" b="1">
                <a:latin typeface="Times New Roman"/>
                <a:ea typeface="Times New Roman"/>
                <a:cs typeface="Times New Roman"/>
              </a:rPr>
              <a:t>PS Category- Software</a:t>
            </a:r>
            <a:endParaRPr sz="24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349250" lvl="0" indent="-33655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sz="2400" b="1">
                <a:latin typeface="Times New Roman"/>
                <a:ea typeface="Times New Roman"/>
                <a:cs typeface="Times New Roman"/>
              </a:rPr>
              <a:t>Team Name-TechTrio </a:t>
            </a:r>
            <a:endParaRPr sz="24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349250" lvl="0" indent="-33655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sz="2400" b="1">
                <a:latin typeface="Times New Roman"/>
                <a:ea typeface="Times New Roman"/>
                <a:cs typeface="Times New Roman"/>
              </a:rPr>
              <a:t>Team Members:Nadimpalli Naga Pavani</a:t>
            </a: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0" indent="-381000" algn="l">
              <a:spcBef>
                <a:spcPts val="80"/>
              </a:spcBef>
              <a:spcAft>
                <a:spcPts val="0"/>
              </a:spcAft>
              <a:buSzPts val="2400"/>
              <a:buChar char="•"/>
            </a:pPr>
            <a:r>
              <a:rPr sz="2400" b="1">
                <a:latin typeface="Times New Roman"/>
                <a:ea typeface="Times New Roman"/>
                <a:cs typeface="Times New Roman"/>
              </a:rPr>
              <a:t>Mekapothula Yasaswini</a:t>
            </a: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0" indent="-381000" algn="l">
              <a:spcBef>
                <a:spcPts val="80"/>
              </a:spcBef>
              <a:spcAft>
                <a:spcPts val="0"/>
              </a:spcAft>
              <a:buSzPts val="2400"/>
              <a:buChar char="•"/>
            </a:pPr>
            <a:r>
              <a:rPr sz="2400" b="1">
                <a:latin typeface="Times New Roman"/>
                <a:ea typeface="Times New Roman"/>
                <a:cs typeface="Times New Roman"/>
              </a:rPr>
              <a:t>Movva Jaswitha</a:t>
            </a:r>
            <a:endParaRPr sz="24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Google Shape;32;p1">
            <a:extLst xmlns:a="http://schemas.openxmlformats.org/drawingml/2006/main">
              <a:ext uri="{FF2B5EF4-FFF2-40B4-BE49-F238E27FC236}">
                <a16:creationId xmlns:a16="http://schemas.microsoft.com/office/drawing/2014/main" id="{193A7A09-D7CB-4D8A-BFC3-044A44A4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" name="Google Shape;33;p1">
            <a:extLst xmlns:a="http://schemas.openxmlformats.org/drawingml/2006/main">
              <a:ext uri="{FF2B5EF4-FFF2-40B4-BE49-F238E27FC236}">
                <a16:creationId xmlns:a16="http://schemas.microsoft.com/office/drawing/2014/main" id="{AD82424C-F6A0-4A89-9DB5-5338638776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854955" y="6452527"/>
            <a:ext cx="2466975" cy="200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700" rIns="0" bIns="0" anchor="t">
            <a:spAutoFit/>
          </a:bodyPr>
          <a:lstStyle xmlns:a="http://schemas.openxmlformats.org/drawingml/2006/main"/>
          <a:p xmlns:a="http://schemas.openxmlformats.org/drawingml/2006/main">
            <a:pPr marL="127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WebGenZ Idea submission- Template</a:t>
            </a:r>
            <a:endParaRPr/>
          </a:p>
        </p:txBody>
      </p:sp>
      <p:sp>
        <p:nvSpPr>
          <p:cNvPr id="34" name="Google Shape;34;p1">
            <a:extLst xmlns:a="http://schemas.openxmlformats.org/drawingml/2006/main">
              <a:ext uri="{FF2B5EF4-FFF2-40B4-BE49-F238E27FC236}">
                <a16:creationId xmlns:a16="http://schemas.microsoft.com/office/drawing/2014/main" id="{92A498C6-3D6B-4D58-8927-F92B406913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00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700" rIns="0" bIns="0" anchor="t">
            <a:spAutoFit/>
          </a:bodyPr>
          <a:lstStyle xmlns:a="http://schemas.openxmlformats.org/drawingml/2006/main"/>
          <a:p xmlns:a="http://schemas.openxmlformats.org/drawingml/2006/main">
            <a:pPr marL="381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35" name="Google Shape;35;p1">
            <a:extLst xmlns:a="http://schemas.openxmlformats.org/drawingml/2006/main">
              <a:ext uri="{FF2B5EF4-FFF2-40B4-BE49-F238E27FC236}">
                <a16:creationId xmlns:a16="http://schemas.microsoft.com/office/drawing/2014/main" id="{21FBE8BD-73D0-4286-AF5F-ED815E5A8C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f9c53607d642a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" name="Google Shape;36;p1">
            <a:extLst xmlns:a="http://schemas.openxmlformats.org/drawingml/2006/main">
              <a:ext uri="{FF2B5EF4-FFF2-40B4-BE49-F238E27FC236}">
                <a16:creationId xmlns:a16="http://schemas.microsoft.com/office/drawing/2014/main" id="{1867ACB5-848C-410E-9E5E-4C33D9EE4D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f48495b41649e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27609" y="173774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7" name="Google Shape;37;p1">
            <a:extLst xmlns:a="http://schemas.openxmlformats.org/drawingml/2006/main">
              <a:ext uri="{FF2B5EF4-FFF2-40B4-BE49-F238E27FC236}">
                <a16:creationId xmlns:a16="http://schemas.microsoft.com/office/drawing/2014/main" id="{F7F731B6-3CA1-4AE4-9F65-8E7064C3CF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ac6ff692df49a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71481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97212720"/>
      </p:ext>
    </p:extLst>
  </p:cSld>
</p:sld>
</file>

<file path=ppt/slides/slide2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0A690DA6-B9A6-4426-9C9E-E992477752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2d3da57e81f4f4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384" y="-319670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E55E30B7-313B-40F3-BC3D-0587701BCA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11954" y="217170"/>
            <a:ext cx="3763010" cy="607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3325" rIns="0" bIns="0" anchor="t">
            <a:spAutoFit/>
          </a:bodyPr>
          <a:lstStyle xmlns:a="http://schemas.openxmlformats.org/drawingml/2006/main">
            <a:defPPr algn="l">
              <a:defRPr sz="39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127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ABSTRACT</a:t>
            </a:r>
            <a:endParaRPr sz="5400"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496107BC-E837-482F-BD00-E999B623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5E13768B-1285-40B9-AE30-3BB06F6E08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700" rIns="0" bIns="0" anchor="t">
            <a:spAutoFit/>
          </a:bodyPr>
          <a:lstStyle xmlns:a="http://schemas.openxmlformats.org/drawingml/2006/main">
            <a:defPPr algn="l">
              <a:defRPr sz="11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381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FFFFFF"/>
                </a:solidFill>
              </a:defRPr>
            </a:pPr>
            <a:fld id="{E2598689-54C9-18A7-3A19-ED76AA08988F}" type="slidenum">
              <a:rPr sz="1100" b="0">
                <a:solidFill>
                  <a:srgbClr val="FFFFFF"/>
                </a:solidFill>
              </a:rPr>
              <a:t>2</a:t>
            </a:fld>
            <a:endParaRPr/>
          </a:p>
        </p:txBody>
      </p:sp>
      <p:pic>
        <p:nvPic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BE602D8E-3EE5-4E75-85AD-2478E45F2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b9a7e1109f405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9DC61B2C-0EF0-4F3D-BC71-D9B1073D2C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bdbc1c292949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5209" y="1524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1984F86A-6465-438D-816E-18A75A17BB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a12a7f653e469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8400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05AF823B-02CA-41F1-B69E-712E5030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5" y="2271350"/>
            <a:ext cx="10672800" cy="2445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The LBRCE Bus Transport Management System manages the college transport process from student registration to bus pass generation.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Students submit annual bus applications and view fees, passes, transfers and payment history. In-Charges manage their assigned buses. Administrators manage buses, routes, boarding points, academic years, fees, reports and audit records.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The system preserves historical information for every academic year and provides role-based access for students, In-Charges and transport administrators.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8204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3">
            <a:extLst xmlns:a="http://schemas.openxmlformats.org/drawingml/2006/main">
              <a:ext uri="{FF2B5EF4-FFF2-40B4-BE49-F238E27FC236}">
                <a16:creationId xmlns:a16="http://schemas.microsoft.com/office/drawing/2014/main" id="{49EA158A-65BF-4CFA-8BEB-4B871E41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385" y="646049"/>
            <a:ext cx="5775325" cy="518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6500" rIns="0" bIns="0" anchor="t">
            <a:spAutoFit/>
          </a:bodyPr>
          <a:lstStyle xmlns:a="http://schemas.openxmlformats.org/drawingml/2006/main"/>
          <a:p xmlns:a="http://schemas.openxmlformats.org/drawingml/2006/main">
            <a:pPr marL="127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Tahoma"/>
              <a:ea typeface="Tahoma"/>
              <a:cs typeface="Tahoma"/>
            </a:endParaRPr>
          </a:p>
        </p:txBody>
      </p:sp>
      <p:sp>
        <p:nvSpPr>
          <p:cNvPr id="55" name="Google Shape;55;p3">
            <a:extLst xmlns:a="http://schemas.openxmlformats.org/drawingml/2006/main">
              <a:ext uri="{FF2B5EF4-FFF2-40B4-BE49-F238E27FC236}">
                <a16:creationId xmlns:a16="http://schemas.microsoft.com/office/drawing/2014/main" id="{F467DD19-ED8E-47AB-8C75-9E164530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" name="Google Shape;56;p3">
            <a:extLst xmlns:a="http://schemas.openxmlformats.org/drawingml/2006/main">
              <a:ext uri="{FF2B5EF4-FFF2-40B4-BE49-F238E27FC236}">
                <a16:creationId xmlns:a16="http://schemas.microsoft.com/office/drawing/2014/main" id="{1CAA4061-CC26-45A7-AD3D-B477A3F287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700" rIns="0" bIns="0" anchor="t">
            <a:spAutoFit/>
          </a:bodyPr>
          <a:lstStyle xmlns:a="http://schemas.openxmlformats.org/drawingml/2006/main">
            <a:defPPr algn="l">
              <a:defRPr sz="11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381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FFFFFF"/>
                </a:solidFill>
              </a:defRPr>
            </a:pPr>
            <a:fld id="{202359C0-8A7A-196E-DD58-8E6569619F09}" type="slidenum">
              <a:rPr sz="1100" b="0">
                <a:solidFill>
                  <a:srgbClr val="FFFFFF"/>
                </a:solidFill>
              </a:rPr>
              <a:t>3</a:t>
            </a:fld>
            <a:endParaRPr/>
          </a:p>
        </p:txBody>
      </p:sp>
      <p:sp>
        <p:nvSpPr>
          <p:cNvPr id="57" name="Google Shape;57;p3">
            <a:extLst xmlns:a="http://schemas.openxmlformats.org/drawingml/2006/main">
              <a:ext uri="{FF2B5EF4-FFF2-40B4-BE49-F238E27FC236}">
                <a16:creationId xmlns:a16="http://schemas.microsoft.com/office/drawing/2014/main" id="{2884A1E8-18EF-4538-8961-449EA7E1E3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0" y="215900"/>
            <a:ext cx="596265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defPPr algn="l">
              <a:defRPr sz="32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000000"/>
                </a:solidFill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WHY THE SYSTEM MATTERS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DF95B4-0F73-478B-A26D-6004B465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52625"/>
            <a:ext cx="11144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Centralized records for students, buses and boarding points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Annual renewal workflow with academic-year history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Controlled approvals by bus In-Charges and administrators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Fee tracking, payment receipts and digital bus passes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Reports with search, filters and Excel or PDF downloads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Audit logs and role-based access for secure operations</a:t>
            </a:r>
          </a:p>
        </p:txBody>
      </p:sp>
    </p:spTree>
    <p:extLst>
      <p:ext uri="{BB962C8B-B14F-4D97-AF65-F5344CB8AC3E}">
        <p14:creationId xmlns:p14="http://schemas.microsoft.com/office/powerpoint/2010/main" val="5588739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4">
            <a:extLst xmlns:a="http://schemas.openxmlformats.org/drawingml/2006/main">
              <a:ext uri="{FF2B5EF4-FFF2-40B4-BE49-F238E27FC236}">
                <a16:creationId xmlns:a16="http://schemas.microsoft.com/office/drawing/2014/main" id="{6EC40713-6E1A-43B6-BD47-14AE6A34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712" y="238681"/>
            <a:ext cx="5839500" cy="98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3325" rIns="0" bIns="0" anchor="t">
            <a:spAutoFit/>
          </a:bodyPr>
          <a:lstStyle xmlns:a="http://schemas.openxmlformats.org/drawingml/2006/main">
            <a:defPPr algn="l">
              <a:defRPr sz="32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127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000000"/>
                </a:solidFill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ANNUAL TRANSPORT WORKFLOW</a:t>
            </a:r>
            <a:endParaRPr sz="3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4" name="Google Shape;64;p4">
            <a:extLst xmlns:a="http://schemas.openxmlformats.org/drawingml/2006/main">
              <a:ext uri="{FF2B5EF4-FFF2-40B4-BE49-F238E27FC236}">
                <a16:creationId xmlns:a16="http://schemas.microsoft.com/office/drawing/2014/main" id="{8539EB44-3C65-4293-9B99-C7798877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" name="Google Shape;65;p4">
            <a:extLst xmlns:a="http://schemas.openxmlformats.org/drawingml/2006/main">
              <a:ext uri="{FF2B5EF4-FFF2-40B4-BE49-F238E27FC236}">
                <a16:creationId xmlns:a16="http://schemas.microsoft.com/office/drawing/2014/main" id="{A40F2E31-DE96-4743-B3E9-FE7ABB9D81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700" rIns="0" bIns="0" anchor="t">
            <a:spAutoFit/>
          </a:bodyPr>
          <a:lstStyle xmlns:a="http://schemas.openxmlformats.org/drawingml/2006/main">
            <a:defPPr algn="l">
              <a:defRPr sz="11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381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FFFFFF"/>
                </a:solidFill>
              </a:defRPr>
            </a:pPr>
            <a:fld id="{EFD6AB9A-5F9E-5F59-51AB-3C8734130965}" type="slidenum">
              <a:rPr sz="1100" b="0">
                <a:solidFill>
                  <a:srgbClr val="FFFFFF"/>
                </a:solidFill>
              </a:rPr>
              <a:t>4</a:t>
            </a:fld>
            <a:endParaRPr/>
          </a:p>
        </p:txBody>
      </p:sp>
      <p:sp>
        <p:nvSpPr>
          <p:cNvPr id="66" name="Google Shape;66;p4">
            <a:extLst xmlns:a="http://schemas.openxmlformats.org/drawingml/2006/main">
              <a:ext uri="{FF2B5EF4-FFF2-40B4-BE49-F238E27FC236}">
                <a16:creationId xmlns:a16="http://schemas.microsoft.com/office/drawing/2014/main" id="{8D189072-59B3-4452-9D4A-3AEFDB2F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00" y="1310863"/>
            <a:ext cx="7048500" cy="361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defPPr algn="l">
              <a:defRPr sz="15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STUDENT ACCOUNT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↓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STUDENT PROFILE WITH PHOTO AND ACADEMIC DETAILS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↓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SELECT ACADEMIC YEAR, BUS AND BOARDING POINT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↓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APPLICATION REVIEW BY BUS IN-CHARGE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↓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ADMINISTRATOR OVERSIGHT AND BUS ALLOCATION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↓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FEE RECORD AND PAYMENT HISTORY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↓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DIGITAL BUS PASS AFTER ELIGIBLE PAYMENT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↓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TRANSFER REQUESTS, REPORTS AND AUDIT HISTORY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04645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5">
            <a:extLst xmlns:a="http://schemas.openxmlformats.org/drawingml/2006/main">
              <a:ext uri="{FF2B5EF4-FFF2-40B4-BE49-F238E27FC236}">
                <a16:creationId xmlns:a16="http://schemas.microsoft.com/office/drawing/2014/main" id="{FD54029A-717C-4B1E-9539-0B726908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" name="Google Shape;72;p5">
            <a:extLst xmlns:a="http://schemas.openxmlformats.org/drawingml/2006/main">
              <a:ext uri="{FF2B5EF4-FFF2-40B4-BE49-F238E27FC236}">
                <a16:creationId xmlns:a16="http://schemas.microsoft.com/office/drawing/2014/main" id="{208E7BFB-ECAD-4BB7-849A-BD6034E229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825" y="215900"/>
            <a:ext cx="5962650" cy="885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6500" rIns="0" bIns="0" anchor="t">
            <a:spAutoFit/>
          </a:bodyPr>
          <a:lstStyle xmlns:a="http://schemas.openxmlformats.org/drawingml/2006/main">
            <a:defPPr algn="l">
              <a:defRPr sz="28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127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APPLICATION SCREENS AND DEMO VIDEO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3" name="Google Shape;73;p5">
            <a:extLst xmlns:a="http://schemas.openxmlformats.org/drawingml/2006/main">
              <a:ext uri="{FF2B5EF4-FFF2-40B4-BE49-F238E27FC236}">
                <a16:creationId xmlns:a16="http://schemas.microsoft.com/office/drawing/2014/main" id="{5D8D8A7A-DF3E-4765-8C67-B5C251B183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700" rIns="0" bIns="0" anchor="t">
            <a:spAutoFit/>
          </a:bodyPr>
          <a:lstStyle xmlns:a="http://schemas.openxmlformats.org/drawingml/2006/main">
            <a:defPPr algn="l">
              <a:defRPr sz="11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381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FFFFFF"/>
                </a:solidFill>
              </a:defRPr>
            </a:pPr>
            <a:fld id="{EE5B3003-2C54-13C6-9832-7637201064DE}" type="slidenum">
              <a:rPr sz="1100" b="0">
                <a:solidFill>
                  <a:srgbClr val="FFFFFF"/>
                </a:solidFill>
              </a:rPr>
              <a:t>5</a:t>
            </a:fld>
            <a:endParaRPr/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5C597FB-E611-41EA-9AB6-4E1608BE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0"/>
            <a:ext cx="5095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006F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35556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STUDENT PORTAL SCREENSHOT</a:t>
            </a:r>
          </a:p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Registration, Application or Fee View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51D7380-80D6-490F-A02B-EC66219D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28750"/>
            <a:ext cx="5095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006F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35556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IN-CHARGE PORTAL SCREENSHOT</a:t>
            </a:r>
          </a:p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Application Review or Student List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688C87A-8E7A-456D-B84C-CD371A80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62375"/>
            <a:ext cx="5095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006F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35556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ADMIN PORTAL SCREENSHOT</a:t>
            </a:r>
          </a:p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Dashboard, Bus or Reports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29E2654-185B-45CA-B899-070D436C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62375"/>
            <a:ext cx="5095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006F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35556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DEMO VIDEO SPACE</a:t>
            </a:r>
          </a:p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Insert a short workflow video or QR code</a:t>
            </a:r>
          </a:p>
        </p:txBody>
      </p:sp>
    </p:spTree>
    <p:extLst>
      <p:ext uri="{BB962C8B-B14F-4D97-AF65-F5344CB8AC3E}">
        <p14:creationId xmlns:p14="http://schemas.microsoft.com/office/powerpoint/2010/main" val="17439538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h223a04a6f78897da_3_17">
            <a:extLst xmlns:a="http://schemas.openxmlformats.org/drawingml/2006/main">
              <a:ext uri="{FF2B5EF4-FFF2-40B4-BE49-F238E27FC236}">
                <a16:creationId xmlns:a16="http://schemas.microsoft.com/office/drawing/2014/main" id="{D2AC0F8A-FE2B-47F5-9490-2408B603F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0" y="215900"/>
            <a:ext cx="59628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defPPr algn="l">
              <a:defRPr sz="28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CORE MODULES AND SYSTEM EVIDENCE</a:t>
            </a:r>
            <a:endParaRPr/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16E3795-CCA9-402E-8ADC-7F6D4ACE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81125"/>
            <a:ext cx="3667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006F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35556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ADMINISTRATION</a:t>
            </a:r>
          </a:p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Buses, boarding points, academic years and reports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967D7D9-C5F4-4230-B74B-7637D7D2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381125"/>
            <a:ext cx="3667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006F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35556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IN-CHARGE OPERATIONS</a:t>
            </a:r>
          </a:p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Applications, students, transfers and fees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690E5BD-2C0E-45C0-A730-96D31056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381125"/>
            <a:ext cx="3667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006F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35556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STUDENT SERVICES</a:t>
            </a:r>
          </a:p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Profile, application, fees, pass and history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4DE5149-B568-45F3-8351-3AABFB49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4286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006F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35556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PLACE PHOTO OR SCREENSHOT</a:t>
            </a:r>
          </a:p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Bus pass, boarding point or report export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352F684-81DB-4954-A23D-B9470025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286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006F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35556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PLACE VIDEO OR QR CODE</a:t>
            </a:r>
          </a:p>
          <a:p xmlns:a="http://schemas.openxmlformats.org/drawingml/2006/main">
            <a:pPr algn="ctr">
              <a:defRPr sz="1350" b="1">
                <a:solidFill>
                  <a:srgbClr val="35556F"/>
                </a:solidFill>
              </a:defRPr>
            </a:pPr>
            <a:r>
              <a:rPr sz="1350" b="1">
                <a:solidFill>
                  <a:srgbClr val="35556F"/>
                </a:solidFill>
              </a:rPr>
              <a:t>Live demonstration of the portal</a:t>
            </a:r>
          </a:p>
        </p:txBody>
      </p:sp>
    </p:spTree>
    <p:extLst>
      <p:ext uri="{BB962C8B-B14F-4D97-AF65-F5344CB8AC3E}">
        <p14:creationId xmlns:p14="http://schemas.microsoft.com/office/powerpoint/2010/main" val="12110623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Google Shape;92;p6">
            <a:extLst xmlns:a="http://schemas.openxmlformats.org/drawingml/2006/main">
              <a:ext uri="{FF2B5EF4-FFF2-40B4-BE49-F238E27FC236}">
                <a16:creationId xmlns:a16="http://schemas.microsoft.com/office/drawing/2014/main" id="{DAD78D16-369A-4D00-A801-DCA98F7DE3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0" y="215900"/>
            <a:ext cx="596265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defPPr algn="l">
              <a:defRPr sz="32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000000"/>
                </a:solidFill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THANK YOU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3" name="Google Shape;93;p6">
            <a:extLst xmlns:a="http://schemas.openxmlformats.org/drawingml/2006/main">
              <a:ext uri="{FF2B5EF4-FFF2-40B4-BE49-F238E27FC236}">
                <a16:creationId xmlns:a16="http://schemas.microsoft.com/office/drawing/2014/main" id="{AC6A2002-505A-4F56-94E3-BE701CBF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3B908763-5E80-43C0-8850-CC056DB0C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700" rIns="0" bIns="0" anchor="t">
            <a:spAutoFit/>
          </a:bodyPr>
          <a:lstStyle xmlns:a="http://schemas.openxmlformats.org/drawingml/2006/main">
            <a:defPPr algn="l">
              <a:defRPr sz="11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381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FFFFFF"/>
                </a:solidFill>
              </a:defRPr>
            </a:pPr>
            <a:fld id="{D3D7D1C8-AE23-AA48-DF65-C742588DBE47}" type="slidenum">
              <a:rPr sz="1100" b="0">
                <a:solidFill>
                  <a:srgbClr val="FFFFFF"/>
                </a:solidFill>
              </a:rPr>
              <a:t>7</a:t>
            </a:fld>
            <a:endParaRPr/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49F41FBA-1DCE-4E92-B21F-D379128B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075" y="1838150"/>
            <a:ext cx="4511700" cy="508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LBRCE Bus Transport Management System</a:t>
            </a:r>
            <a:endParaRPr sz="1300" b="1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  <a:endParaRPr sz="1100" b="1">
              <a:solidFill>
                <a:schemeClr val="dk1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sz="1650" b="1">
                <a:solidFill>
                  <a:srgbClr val="000000"/>
                </a:solidFill>
              </a:defRPr>
            </a:pPr>
            <a:r>
              <a:rPr sz="1650" b="1" i="1">
                <a:solidFill>
                  <a:srgbClr val="000000"/>
                </a:solidFill>
              </a:rPr>
              <a:t>A secure, academic-year based platform for college transport administration</a:t>
            </a:r>
            <a:endParaRPr sz="1100" i="1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  <a:endParaRPr sz="1100" b="1">
              <a:solidFill>
                <a:schemeClr val="dk1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Student portal</a:t>
            </a:r>
            <a:endParaRPr sz="11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In-Charge portal</a:t>
            </a:r>
            <a:endParaRPr sz="1100" b="1">
              <a:solidFill>
                <a:schemeClr val="dk1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Administrator portal</a:t>
            </a:r>
            <a:endParaRPr sz="1100" b="1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  <a:endParaRPr sz="1100" b="1">
              <a:solidFill>
                <a:schemeClr val="dk1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Thank You</a:t>
            </a:r>
            <a:endParaRPr sz="1100" b="1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3201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7">
            <a:extLst xmlns:a="http://schemas.openxmlformats.org/drawingml/2006/main">
              <a:ext uri="{FF2B5EF4-FFF2-40B4-BE49-F238E27FC236}">
                <a16:creationId xmlns:a16="http://schemas.microsoft.com/office/drawing/2014/main" id="{484C67C6-A1F0-48EB-BABA-5450808C0D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0" y="215900"/>
            <a:ext cx="596265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defPPr algn="l">
              <a:defRPr sz="28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NEXT STEPS FOR COLLEGE DEPLOYMENT</a:t>
            </a:r>
            <a:endParaRPr/>
          </a:p>
        </p:txBody>
      </p:sp>
      <p:sp>
        <p:nvSpPr>
          <p:cNvPr id="101" name="Google Shape;101;p7">
            <a:extLst xmlns:a="http://schemas.openxmlformats.org/drawingml/2006/main">
              <a:ext uri="{FF2B5EF4-FFF2-40B4-BE49-F238E27FC236}">
                <a16:creationId xmlns:a16="http://schemas.microsoft.com/office/drawing/2014/main" id="{D69A5B0A-A21B-4432-9928-EB8DECAD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" name="Google Shape;103;p7">
            <a:extLst xmlns:a="http://schemas.openxmlformats.org/drawingml/2006/main">
              <a:ext uri="{FF2B5EF4-FFF2-40B4-BE49-F238E27FC236}">
                <a16:creationId xmlns:a16="http://schemas.microsoft.com/office/drawing/2014/main" id="{7D071208-56BF-4080-BF74-6E5E4AF2FA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700" rIns="0" bIns="0" anchor="t">
            <a:spAutoFit/>
          </a:bodyPr>
          <a:lstStyle xmlns:a="http://schemas.openxmlformats.org/drawingml/2006/main">
            <a:defPPr algn="l">
              <a:defRPr sz="11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381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FFFFFF"/>
                </a:solidFill>
              </a:defRPr>
            </a:pPr>
            <a:fld id="{BA58DA2A-B818-18A9-29C1-B697728D5BCE}" type="slidenum">
              <a:rPr sz="1100" b="0">
                <a:solidFill>
                  <a:srgbClr val="FFFFFF"/>
                </a:solidFill>
              </a:rPr>
              <a:t>8</a:t>
            </a:fld>
            <a:endParaRPr/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6E74F42-CD26-4BA4-B0AD-7A7FE944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100584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Production database and secure environment configuration</a:t>
            </a:r>
          </a:p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College ERP integration for verified student master data</a:t>
            </a:r>
          </a:p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Payment gateway with reconciliation and receipt generation</a:t>
            </a:r>
          </a:p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Email OTP verification for registration and privileged logins</a:t>
            </a:r>
          </a:p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Scheduled backups, audit reviews and annual academic-year rollover</a:t>
            </a:r>
          </a:p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Live screenshots and demo video on slides 5 and 6</a:t>
            </a:r>
          </a:p>
        </p:txBody>
      </p:sp>
    </p:spTree>
    <p:extLst>
      <p:ext uri="{BB962C8B-B14F-4D97-AF65-F5344CB8AC3E}">
        <p14:creationId xmlns:p14="http://schemas.microsoft.com/office/powerpoint/2010/main" val="12177816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2026-10-08T13:26:45.5720000Z</dcterms:created>
  <dcterms:modified xsi:type="dcterms:W3CDTF">2026-10-08T13:26:45.5720000Z</dcterms:modified>
</coreProperties>
</file>